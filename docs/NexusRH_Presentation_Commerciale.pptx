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17317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63440"/>
            <a:ext cx="11731752" cy="127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48640"/>
            <a:ext cx="1097280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NRH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02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NexusRH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18CF8"/>
                </a:solidFill>
                <a:latin typeface="Segoe UI"/>
              </a:rPr>
              <a:t>Le SIRH SaaS multi-tenant de nouvelle génération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9601200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Pilotez vos RH. Libérez vos équipes. Décidez avec l'IA.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24688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Multi-tenant SaaS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00400"/>
            <a:ext cx="246888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IA embarquée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200400"/>
            <a:ext cx="24688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200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Conformité France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200400"/>
            <a:ext cx="2468880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200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Open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Segoe UI"/>
              </a:rPr>
              <a:t>Présentation commerciale  ·  Confidentiel  · 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Propulsé par Claude AI (Anthropic) &amp; Mistral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Le défi RH des entreprises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Pourquoi les outils actuels ne suffisent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14173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🗂  Silos de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Paie, absences, recrutement dans des outils disparates → erreurs, double saisie, perte de temps.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577840" cy="1417320"/>
          </a:xfrm>
          <a:prstGeom prst="rect">
            <a:avLst/>
          </a:prstGeom>
          <a:solidFill>
            <a:srgbClr val="2D2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🔒  Sécurité &amp; conformité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RGPD, DSN, bulletins légaux : la complexité réglementaire française dépasse les outils génériques.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577840" cy="14173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💸  Coûts cachés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Licences multiples, intégrations coûteuses, consultants externes pour chaque module.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577840" cy="1417320"/>
          </a:xfrm>
          <a:prstGeom prst="rect">
            <a:avLst/>
          </a:prstGeom>
          <a:solidFill>
            <a:srgbClr val="2D2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2608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🤖  Zéro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Aucune anticipation : turnover, burn-out, pics d'absentéisme détectés trop tard.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5577840" cy="14173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🏢  Croissance bloquée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9834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Les ESN et cabinets RH ne peuvent pas gérer plusieurs clients sur une même plateforme sécurisée.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480560"/>
            <a:ext cx="5577840" cy="1417320"/>
          </a:xfrm>
          <a:prstGeom prst="rect">
            <a:avLst/>
          </a:prstGeom>
          <a:solidFill>
            <a:srgbClr val="2D2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48056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📊  Reporting limité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834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Tableaux de bord statiques, exports Excel manuels, aucune vision temps réel.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NexusRH — Une plateforme. Tous vos besoins RH.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Architecture SaaS multi-tenant, conformité France, IA de dernière génération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5029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Une seule plateforme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08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Tous les modules RH intégrés nativement — paie, absences, recrutement, formation, carrière, frais.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Multi-tenant sécurisé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6771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Chaque client dispose de son propre schéma PostgreSQL isolé. Les données ne se mélangent jamais.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IA embarquée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2666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Scoring rétention, génération de documents RH, analyse CV, comparateur Claude vs Mistral pour le sourcing.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856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Conformité France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8561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Moteur de paie SYNTEC/BTP, DSN, RGPD (NIR + IBAN chiffrés AES-256), bulletins PDF légaux.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44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White-label &amp; 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445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Thématisation dynamique par client (logo, couleurs). Interface employee self-service intégrée.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✅  API ouverte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303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API REST documentée (Swagger), webhooks, intégrations tierces (comptabilité, ATS externe, SI paie).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Modules fonctionnels intégrés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De l'embauche à la retraite — tout en 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46888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👥  Employés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65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Dossier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86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Import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06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RGPD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371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371600"/>
            <a:ext cx="24688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481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💰  Paie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965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Moteur calcul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286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Bulletins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606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DSN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92608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SEPA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371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1371600"/>
            <a:ext cx="246888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1481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🗓  Absences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1965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Workflow multi-niveaux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286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Soldes temps réel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606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1371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58200" y="1371600"/>
            <a:ext cx="246888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1481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🎯  Recrutement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1965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Pipeline kanban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2286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Analyse CV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2606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Sourcing 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57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24688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767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📚 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251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Catalogue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4572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Inscriptions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892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Attestations PDF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657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657600"/>
            <a:ext cx="246888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72968" y="3767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🧾  Notes de frais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72968" y="4251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Lignes détaillées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72968" y="4572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Justificatifs 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72968" y="4892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Workflow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657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0720" y="3657600"/>
            <a:ext cx="246888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0448" y="3767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📈  Carrière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0448" y="4251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Compétences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572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9-box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0448" y="4892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Entretiens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3657600"/>
            <a:ext cx="24688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58200" y="3657600"/>
            <a:ext cx="2468880" cy="6400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67928" y="3767328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📊  Reporting 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67928" y="425196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KPIs temps réel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7928" y="457200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Prédictif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67928" y="489204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Exports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Architecture multi-tenant — Isolation totale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Chaque client = son propre schéma PostgreSQL isolé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1A1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18CF8"/>
                </a:solidFill>
                <a:latin typeface="Segoe UI"/>
              </a:rPr>
              <a:t>🌐  Plateforme NexusRH (schema : platform)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Gestion des tenants  ·  Authentification  ·  Feature flags  ·  Logs globaux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651760" cy="2743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265176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98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TechCorp 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46E5"/>
                </a:solidFill>
                <a:latin typeface="Segoe UI"/>
              </a:rPr>
              <a:t>Pro · 50 emp.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Employés isolés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Paie propre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Config custom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92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Thème #4F46E5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743200"/>
            <a:ext cx="2651760" cy="2743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743200"/>
            <a:ext cx="26517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2880360"/>
            <a:ext cx="4572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898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Artisan Pro SARL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291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Segoe UI"/>
              </a:rPr>
              <a:t>Starter · 18 emp.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7947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Employés isolés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60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Paie propre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526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Config custom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892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Thème #16A34A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743200"/>
            <a:ext cx="2651760" cy="2743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743200"/>
            <a:ext cx="26517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898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CabinetRH &amp; 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Segoe UI"/>
              </a:rPr>
              <a:t>Enterprise · 200 emp.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7947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Employés isolés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160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Paie propre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526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Config custom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892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Thème #8B5CF6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743200"/>
            <a:ext cx="2651760" cy="2743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2743200"/>
            <a:ext cx="26517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2880360"/>
            <a:ext cx="45720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8986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StartupX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291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  <a:latin typeface="Segoe UI"/>
              </a:rPr>
              <a:t>Trial · 5 emp.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7947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Employés isolés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160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Paie propre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526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Config custom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892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Segoe UI"/>
              </a:rPr>
              <a:t>  • Thème #F59E0B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🔒  Isolation totale PostgreSQL  —  SET search_path par requête  —  Zéro fuite de données inter-tenant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Pour qui est fait NexusRH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Trois profils cibles, une solution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🏢  PME &amp; ETI (50–2 000 salariés)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Besoin : remplacer plusieurs outils silos (Silae, Sage, Cegid)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Valeur : one-stop-shop RH, conformité France clé en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ROI : -40% coûts logiciels, -60% saisies manuelles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Décideur : DRH, DAF, DSI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70332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7033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🤝  Cabinets RH &amp; ESN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Besoin : gérer plusieurs clients sur une plateforme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803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Valeur : multi-tenant natif, white-label, marque propre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11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ROI : un seul abonnement pour N clients, facturation mutualisée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434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Décideur : Associé, Directeur pôle social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70332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7033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630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🌍  Groupes multi-entités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148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Besoin : consolidation RH cross-filiales, reporting groupe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803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Valeur : isolation légale + vision consolidée, SEPA multi-SIRET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611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ROI : gouvernance RH unifiée, conformité multi-CCN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3434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  • Décideur : DRH Groupe, DOSI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Intelligence Artificielle — Un avantage concurrentiel majeur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Claude (Anthropic) + Mistral pour le meilleur des deux mondes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4805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4480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  <a:latin typeface="Segoe UI"/>
              </a:rPr>
              <a:t>🤖  Claude (Anthropic)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Assistant RH conversationnel (streaming SSE)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Génération de documents légaux complets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Segoe UI"/>
              </a:rPr>
              <a:t>   (CDI, CDD, lettre avertissement, rupture conventionnelle…)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649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Analyse CV candidates (scoring + synthèse)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Scoring rétention &amp; risque burn-out (nuit)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Réponses en français + références art. Code du travail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2686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Modèle : claude-sonnet-4-20250514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394960" cy="44805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64008" cy="4480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Segoe UI"/>
              </a:rPr>
              <a:t>🧠  Mistral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Sourcing candidats (stratégies multi-plateformes)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237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Modèle souverain européen (conformité données)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4436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Analyse comparative automatique Claude vs Mistral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649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Segoe UI"/>
              </a:rPr>
              <a:t>   → résultat le plus riche sélectionné automatiquement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8561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Latence &amp; coût optimisés pour les traitements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  • Modèle : mistral-large-latest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291840"/>
            <a:ext cx="370332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310128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⚡  Comparateur automatique — le meilleur résultat gagne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Plans &amp; tarification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Facturation mensuelle par utilisateur actif — sans engagement minimal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🌱 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280"/>
                </a:solidFill>
                <a:latin typeface="Segoe UI"/>
              </a:rPr>
              <a:t>Gratuit 30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Jusqu'à 10 utilisateurs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20 employés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570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Tous les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325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Support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1732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🚀  Starter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Segoe UI"/>
              </a:rPr>
              <a:t>Dès 299 €/mois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50 utilisateurs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81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100 employés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5570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Modules core 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0325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IA basique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07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Support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2743200" cy="4572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417320"/>
            <a:ext cx="2743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280160"/>
            <a:ext cx="2834640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280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B4B"/>
                </a:solidFill>
                <a:latin typeface="Segoe UI"/>
              </a:rPr>
              <a:t>⭐  PLUS POPULAIRE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💼 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Segoe UI"/>
              </a:rPr>
              <a:t>Dès 799 €/mois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200 utilisateurs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081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500 employés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5570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Tous les modules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0325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IA complète (Claude + Mistral)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07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API + webhooks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83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Support prioritaire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1417320"/>
            <a:ext cx="27432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🏛  Enterprise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  <a:latin typeface="Segoe UI"/>
              </a:rPr>
              <a:t>Sur devis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Illimité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0815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Multi-entités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5570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White-label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0325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SLA 99,9%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507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Déploiement on-premise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983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✓  CSM dédié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1792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Segoe UI"/>
              </a:rPr>
              <a:t>🔧  Module IA, signature électronique, SSO SAML en option sur Starter · Offre cabinet RH disponible (multi-tenant partenaire)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ROI &amp; bénéfices mesurables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Des gains concrets, quantifiables dès le premier trimestre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974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9748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4D399"/>
                </a:solidFill>
                <a:latin typeface="Segoe UI"/>
              </a:rPr>
              <a:t>⏱  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de temps de saisie
pour les équipes RH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818CF8"/>
                </a:solidFill>
                <a:latin typeface="Segoe UI"/>
              </a:rPr>
              <a:t>💰  -40%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de coût logiciel
vs solution multi-outils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9748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Segoe UI"/>
              </a:rPr>
              <a:t>🎯  +35%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de satisfaction
des managers terrain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697480" cy="2011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371600"/>
            <a:ext cx="2697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8B5CF6"/>
                </a:solidFill>
                <a:latin typeface="Segoe UI"/>
              </a:rPr>
              <a:t>🔍  -25%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Segoe UI"/>
              </a:rPr>
              <a:t>de turnover
grâce au scoring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📋  Cas clients types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11247120" cy="6217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54864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PME 80 salariés — Industrie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605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Remplace Silae + Cegid + fichiers Excel. Économie : 18 000 €/an. Paie clôturée en 2h au lieu de 2 jours.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00600"/>
            <a:ext cx="11247120" cy="6217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54864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Cabinet RH — 12 clients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1 seule plateforme NexusRH gère 12 dossiers. Temps de paramétrage nouvel client : 15 min. Marge doublée.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86400"/>
            <a:ext cx="11247120" cy="6217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54864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ETI 400 salariés —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532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Turnover réduit de 22% en 6 mois grâce aux alertes IA. Absentéisme détecté 3 semaines avant le pic.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Roadmap produit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Vision ambitieuse, livraisons régulières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Segoe UI"/>
              </a:rPr>
              <a:t>Q2 2025
✅ Disponible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Core RH complet (50+ endpoints)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063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Moteur de paie SYNTEC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954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Espace employé self-service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4845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IA : Claude + Mistral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873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Multi-tenant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27432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egoe UI"/>
              </a:rPr>
              <a:t>Q3 2025
🔄 En cours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317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Signature électronique (DocuSign)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7063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DSN automatique URSSAF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0954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Mobile App (iOS/Android)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4845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Portail client white-label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873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SSO SAML 2.0 / OIDC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Segoe UI"/>
              </a:rPr>
              <a:t>Q4 2025
📅 Planifié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317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Analytics prédictifs avancés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7063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Multi-pays (BE, CH, LU)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20954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Marketplace intégrations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4845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Chatbot HR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0873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Kiosk mode (pointeuse)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417320"/>
            <a:ext cx="2743200" cy="4572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41732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2026
🌟 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3317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IA générative bulletins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77063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Benchmark salarial 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0954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HRIS API for developers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64845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Acquisition &amp; onboarding 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0873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Segoe UI"/>
              </a:rPr>
              <a:t>  • Conformité DORA/NIS2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Pourquoi choisir NexusRH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  <a:latin typeface="Segoe UI"/>
              </a:rPr>
              <a:t>5 raisons décisives vs la concurrence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8229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35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Segoe UI"/>
              </a:rPr>
              <a:t>1️⃣  Nativement multi-tenant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3560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Pas un ajout tardif : conçu dès l'origine pour gérer N clients en isolation totale. Vos données ne cohabitent JAMAIS avec celles d'un autre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64008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Segoe UI"/>
              </a:rPr>
              <a:t>2️⃣  IA de pointe, pas du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5000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Deux modèles IA (Claude + Mistral) intégrés en production avec comparateur automatique. Le meilleur résultat est sélectionné objectivement par score de richesse.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74552" cy="8229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64008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644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Segoe UI"/>
              </a:rPr>
              <a:t>3️⃣  Conformité France clé en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6440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Moteur de paie SYNTEC/BTP, bulletins PDF légaux, DSN, RGPD (NIR + IBAN AES-256), 50 rubriques de cotisations France 2024 préconfigurées.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11274552" cy="8229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64008" cy="822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788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4️⃣  Open-source friendly, API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7880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API REST documentée Swagger, webhooks, SDK TypeScript open-source. Votre DSI peut connecter n'importe quel outil existant en quelques heures.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74552" cy="8229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64008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0932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egoe UI"/>
              </a:rPr>
              <a:t>5️⃣  Déploiement en 15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9320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Segoe UI"/>
              </a:rPr>
              <a:t>Création d'un nouveau tenant client : formulaire 3 étapes → schéma provisionné → admin notifié par email. Zéro intervention technique.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16300"/>
            <a:ext cx="117317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Prêt à transformer vos RH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18CF8"/>
                </a:solidFill>
                <a:latin typeface="Segoe UI"/>
              </a:rPr>
              <a:t>Demandez une démo live — disponible sous 24h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2560320" cy="1463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25603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Segoe UI"/>
              </a:rPr>
              <a:t>📧  Email commercial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56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contact@nexusrh.com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926080"/>
            <a:ext cx="2560320" cy="1463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926080"/>
            <a:ext cx="25603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Segoe UI"/>
              </a:rPr>
              <a:t>🌐  Site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456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www.nexusrh.com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2560320" cy="1463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2560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Segoe UI"/>
              </a:rPr>
              <a:t>📞  Téléphone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56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+33 1 XX XX XX XX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926080"/>
            <a:ext cx="2560320" cy="1463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92608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Segoe UI"/>
              </a:rPr>
              <a:t>💬  Demo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56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Calendly — 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Segoe UI"/>
              </a:rPr>
              <a:t>NexusRH — SIRH SaaS Multi-Tenant  ·  Propulsé par Claude AI &amp; Mistral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74151"/>
                </a:solidFill>
                <a:latin typeface="Segoe UI"/>
              </a:rPr>
              <a:t>© 2025 OpenLab — Document confidentiel. Ne pas diffuser sans autorisation.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1D5DB"/>
                </a:solidFill>
                <a:latin typeface="Segoe UI"/>
              </a:rPr>
              <a:t>NexusRH — SIRH SaaS Multi-Tenant  | 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